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97" r:id="rId1"/>
  </p:sldMasterIdLst>
  <p:notesMasterIdLst>
    <p:notesMasterId r:id="rId3"/>
  </p:notesMasterIdLst>
  <p:handoutMasterIdLst>
    <p:handoutMasterId r:id="rId4"/>
  </p:handoutMasterIdLst>
  <p:sldIdLst>
    <p:sldId id="276" r:id="rId2"/>
  </p:sldIdLst>
  <p:sldSz cx="9906000" cy="6858000" type="A4"/>
  <p:notesSz cx="10287000" cy="1828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lang="ko-KR" altLang="en-US" sz="1286" b="0" i="0" u="none" strike="noStrike" cap="none">
        <a:solidFill>
          <a:srgbClr val="000000"/>
        </a:solidFill>
        <a:latin typeface="Pretendard Medium"/>
        <a:ea typeface="Pretendard Medium"/>
        <a:cs typeface="Pretendard Medium"/>
        <a:sym typeface="Pretendard Medium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lang="ko-KR" altLang="en-US" sz="1286" b="0" i="0" u="none" strike="noStrike" cap="none">
        <a:solidFill>
          <a:srgbClr val="000000"/>
        </a:solidFill>
        <a:latin typeface="Pretendard Medium"/>
        <a:ea typeface="Pretendard Medium"/>
        <a:cs typeface="Pretendard Medium"/>
        <a:sym typeface="Pretendard Medium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lang="ko-KR" altLang="en-US" sz="1286" b="0" i="0" u="none" strike="noStrike" cap="none">
        <a:solidFill>
          <a:srgbClr val="000000"/>
        </a:solidFill>
        <a:latin typeface="Pretendard Medium"/>
        <a:ea typeface="Pretendard Medium"/>
        <a:cs typeface="Pretendard Medium"/>
        <a:sym typeface="Pretendard Medium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lang="ko-KR" altLang="en-US" sz="1286" b="0" i="0" u="none" strike="noStrike" cap="none">
        <a:solidFill>
          <a:srgbClr val="000000"/>
        </a:solidFill>
        <a:latin typeface="Pretendard Medium"/>
        <a:ea typeface="Pretendard Medium"/>
        <a:cs typeface="Pretendard Medium"/>
        <a:sym typeface="Pretendard Medium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lang="ko-KR" altLang="en-US" sz="1286" b="0" i="0" u="none" strike="noStrike" cap="none">
        <a:solidFill>
          <a:srgbClr val="000000"/>
        </a:solidFill>
        <a:latin typeface="Pretendard Medium"/>
        <a:ea typeface="Pretendard Medium"/>
        <a:cs typeface="Pretendard Medium"/>
        <a:sym typeface="Pretendard Medium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lang="ko-KR" altLang="en-US" sz="1286" b="0" i="0" u="none" strike="noStrike" cap="none">
        <a:solidFill>
          <a:srgbClr val="000000"/>
        </a:solidFill>
        <a:latin typeface="Pretendard Medium"/>
        <a:ea typeface="Pretendard Medium"/>
        <a:cs typeface="Pretendard Medium"/>
        <a:sym typeface="Pretendard Medium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lang="ko-KR" altLang="en-US" sz="1286" b="0" i="0" u="none" strike="noStrike" cap="none">
        <a:solidFill>
          <a:srgbClr val="000000"/>
        </a:solidFill>
        <a:latin typeface="Pretendard Medium"/>
        <a:ea typeface="Pretendard Medium"/>
        <a:cs typeface="Pretendard Medium"/>
        <a:sym typeface="Pretendard Medium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lang="ko-KR" altLang="en-US" sz="1286" b="0" i="0" u="none" strike="noStrike" cap="none">
        <a:solidFill>
          <a:srgbClr val="000000"/>
        </a:solidFill>
        <a:latin typeface="Pretendard Medium"/>
        <a:ea typeface="Pretendard Medium"/>
        <a:cs typeface="Pretendard Medium"/>
        <a:sym typeface="Pretendard Medium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lang="ko-KR" altLang="en-US" sz="1286" b="0" i="0" u="none" strike="noStrike" cap="none">
        <a:solidFill>
          <a:srgbClr val="000000"/>
        </a:solidFill>
        <a:latin typeface="Pretendard Medium"/>
        <a:ea typeface="Pretendard Medium"/>
        <a:cs typeface="Pretendard Medium"/>
        <a:sym typeface="Pretendard Medium"/>
      </a:defRPr>
    </a:lvl9pPr>
  </p:defaultTextStyle>
  <p:extLst>
    <p:ext uri="{521415D9-36F7-43E2-AB2F-B90AF26B5E84}">
      <p14:sectionLst xmlns:p14="http://schemas.microsoft.com/office/powerpoint/2010/main">
        <p14:section name="표지 목차" id="{DADF37AA-5496-4053-AAD0-3D83E5EBD08E}">
          <p14:sldIdLst/>
        </p14:section>
        <p14:section name="간지" id="{6DA63CA3-C29E-44BD-B10E-C4D4B62F46C7}">
          <p14:sldIdLst/>
        </p14:section>
        <p14:section name="기본 구역" id="{6D05B92B-1382-4F08-9D0B-12A7693FBA95}">
          <p14:sldIdLst>
            <p14:sldId id="276"/>
          </p14:sldIdLst>
        </p14:section>
        <p14:section name="도식박스 규정" id="{E6ECCBD5-0210-4D73-9F4B-3915DDADD2B2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7" roundtripDataSignature="AMtx7mhHzTfNxzQHVQQ+RcTeOuVXOFY4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  <a:srgbClr val="1F2B9E"/>
    <a:srgbClr val="4154FF"/>
    <a:srgbClr val="FF6B5B"/>
    <a:srgbClr val="E4E4E4"/>
    <a:srgbClr val="BFBFBF"/>
    <a:srgbClr val="8C8C8C"/>
    <a:srgbClr val="3C3C3C"/>
    <a:srgbClr val="D9D9D9"/>
    <a:srgbClr val="2658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42DFF8B-DED7-4B7D-88FB-45B415580683}">
  <a:tblStyle styleId="{542DFF8B-DED7-4B7D-88FB-45B415580683}" styleName="Table_0">
    <a:wholeTbl>
      <a:tcTxStyle>
        <a:font>
          <a:latin typeface="Pretendard Medium"/>
          <a:ea typeface="Pretendard Medium"/>
          <a:cs typeface="Pretendard Medium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84" autoAdjust="0"/>
    <p:restoredTop sz="95194" autoAdjust="0"/>
  </p:normalViewPr>
  <p:slideViewPr>
    <p:cSldViewPr snapToGrid="0">
      <p:cViewPr varScale="1">
        <p:scale>
          <a:sx n="117" d="100"/>
          <a:sy n="117" d="100"/>
        </p:scale>
        <p:origin x="3653" y="77"/>
      </p:cViewPr>
      <p:guideLst/>
    </p:cSldViewPr>
  </p:slideViewPr>
  <p:notesTextViewPr>
    <p:cViewPr>
      <p:scale>
        <a:sx n="300" d="100"/>
        <a:sy n="300" d="100"/>
      </p:scale>
      <p:origin x="0" y="0"/>
    </p:cViewPr>
  </p:notesTextViewPr>
  <p:notesViewPr>
    <p:cSldViewPr snapToGrid="0" showGuides="1">
      <p:cViewPr varScale="1">
        <p:scale>
          <a:sx n="43" d="100"/>
          <a:sy n="43" d="100"/>
        </p:scale>
        <p:origin x="5899" y="9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99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298" Type="http://schemas.openxmlformats.org/officeDocument/2006/relationships/presProps" Target="presProps.xml"/><Relationship Id="rId2" Type="http://schemas.openxmlformats.org/officeDocument/2006/relationships/slide" Target="slides/slide1.xml"/><Relationship Id="rId297" Type="http://customschemas.google.com/relationships/presentationmetadata" Target="metadata"/><Relationship Id="rId1" Type="http://schemas.openxmlformats.org/officeDocument/2006/relationships/slideMaster" Target="slideMasters/slideMaster1.xml"/><Relationship Id="rId301" Type="http://schemas.openxmlformats.org/officeDocument/2006/relationships/tableStyles" Target="tableStyles.xml"/><Relationship Id="rId300" Type="http://schemas.openxmlformats.org/officeDocument/2006/relationships/theme" Target="theme/theme1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71DB11A7-35B7-46AF-3365-5E8C14C178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12CF69C-A0AC-47BE-A76B-42173C30F19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827713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898748-4F56-41CE-B80B-7ED3B083BABD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EBE8848-434A-A181-C508-BAA2492590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1591F15-875A-DA3B-85A1-3B74C34B95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827713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EB3A31-5C07-4ABF-9779-5D6D2ABDE9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3865498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5760" userDrawn="1">
          <p15:clr>
            <a:srgbClr val="F26B43"/>
          </p15:clr>
        </p15:guide>
        <p15:guide id="2" pos="324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90500" y="1371600"/>
            <a:ext cx="99060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lang="ko-KR" altLang="en-US" sz="1100" b="0" i="0" u="none" strike="noStrike" cap="non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lang="ko-KR" altLang="en-US" sz="1100" b="0" i="0" u="none" strike="noStrike" cap="non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lang="ko-KR" altLang="en-US" sz="1100" b="0" i="0" u="none" strike="noStrike" cap="non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lang="ko-KR" altLang="en-US" sz="1100" b="0" i="0" u="none" strike="noStrike" cap="non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lang="ko-KR" altLang="en-US" sz="1100" b="0" i="0" u="none" strike="noStrike" cap="non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lang="ko-KR" altLang="en-US" sz="1100" b="0" i="0" u="none" strike="noStrike" cap="non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lang="ko-KR" altLang="en-US" sz="1100" b="0" i="0" u="none" strike="noStrike" cap="non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lang="ko-KR" altLang="en-US" sz="1100" b="0" i="0" u="none" strike="noStrike" cap="non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lang="ko-KR" altLang="en-US" sz="1100" b="0" i="0" u="none" strike="noStrike" cap="non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lvl9pPr>
          </a:lstStyle>
          <a:p>
            <a:endParaRPr lang="ko-KR" alt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lang="ko-KR" altLang="en-US" sz="1286" b="0" i="0" u="none" strike="noStrike" cap="none">
        <a:solidFill>
          <a:srgbClr val="000000"/>
        </a:solidFill>
        <a:latin typeface="Pretendard Medium"/>
        <a:ea typeface="Pretendard Medium"/>
        <a:cs typeface="Pretendard Medium"/>
        <a:sym typeface="Pretendard Medium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lang="ko-KR" altLang="en-US" sz="1286" b="0" i="0" u="none" strike="noStrike" cap="none">
        <a:solidFill>
          <a:srgbClr val="000000"/>
        </a:solidFill>
        <a:latin typeface="Pretendard Medium"/>
        <a:ea typeface="Pretendard Medium"/>
        <a:cs typeface="Pretendard Medium"/>
        <a:sym typeface="Pretendard Medium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lang="ko-KR" altLang="en-US" sz="1286" b="0" i="0" u="none" strike="noStrike" cap="none">
        <a:solidFill>
          <a:srgbClr val="000000"/>
        </a:solidFill>
        <a:latin typeface="Pretendard Medium"/>
        <a:ea typeface="Pretendard Medium"/>
        <a:cs typeface="Pretendard Medium"/>
        <a:sym typeface="Pretendard Medium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lang="ko-KR" altLang="en-US" sz="1286" b="0" i="0" u="none" strike="noStrike" cap="none">
        <a:solidFill>
          <a:srgbClr val="000000"/>
        </a:solidFill>
        <a:latin typeface="Pretendard Medium"/>
        <a:ea typeface="Pretendard Medium"/>
        <a:cs typeface="Pretendard Medium"/>
        <a:sym typeface="Pretendard Medium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lang="ko-KR" altLang="en-US" sz="1286" b="0" i="0" u="none" strike="noStrike" cap="none">
        <a:solidFill>
          <a:srgbClr val="000000"/>
        </a:solidFill>
        <a:latin typeface="Pretendard Medium"/>
        <a:ea typeface="Pretendard Medium"/>
        <a:cs typeface="Pretendard Medium"/>
        <a:sym typeface="Pretendard Medium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lang="ko-KR" altLang="en-US" sz="1286" b="0" i="0" u="none" strike="noStrike" cap="none">
        <a:solidFill>
          <a:srgbClr val="000000"/>
        </a:solidFill>
        <a:latin typeface="Pretendard Medium"/>
        <a:ea typeface="Pretendard Medium"/>
        <a:cs typeface="Pretendard Medium"/>
        <a:sym typeface="Pretendard Medium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lang="ko-KR" altLang="en-US" sz="1286" b="0" i="0" u="none" strike="noStrike" cap="none">
        <a:solidFill>
          <a:srgbClr val="000000"/>
        </a:solidFill>
        <a:latin typeface="Pretendard Medium"/>
        <a:ea typeface="Pretendard Medium"/>
        <a:cs typeface="Pretendard Medium"/>
        <a:sym typeface="Pretendard Medium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lang="ko-KR" altLang="en-US" sz="1286" b="0" i="0" u="none" strike="noStrike" cap="none">
        <a:solidFill>
          <a:srgbClr val="000000"/>
        </a:solidFill>
        <a:latin typeface="Pretendard Medium"/>
        <a:ea typeface="Pretendard Medium"/>
        <a:cs typeface="Pretendard Medium"/>
        <a:sym typeface="Pretendard Medium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lang="ko-KR" altLang="en-US" sz="1286" b="0" i="0" u="none" strike="noStrike" cap="none">
        <a:solidFill>
          <a:srgbClr val="000000"/>
        </a:solidFill>
        <a:latin typeface="Pretendard Medium"/>
        <a:ea typeface="Pretendard Medium"/>
        <a:cs typeface="Pretendard Medium"/>
        <a:sym typeface="Pretendard Medium"/>
      </a:defRPr>
    </a:lvl9pPr>
  </p:notesStyle>
  <p:extLst>
    <p:ext uri="{620B2872-D7B9-4A21-9093-7833F8D536E1}">
      <p15:sldGuideLst xmlns:p15="http://schemas.microsoft.com/office/powerpoint/2012/main">
        <p15:guide id="1" orient="horz" pos="5760" userDrawn="1">
          <p15:clr>
            <a:srgbClr val="F26B43"/>
          </p15:clr>
        </p15:guide>
        <p15:guide id="2" pos="324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A891593C-B4F7-5120-0597-72E76C5ECF75}"/>
              </a:ext>
            </a:extLst>
          </p:cNvPr>
          <p:cNvSpPr/>
          <p:nvPr userDrawn="1"/>
        </p:nvSpPr>
        <p:spPr>
          <a:xfrm>
            <a:off x="0" y="0"/>
            <a:ext cx="5019675" cy="667240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ko-KR" altLang="en-US" sz="1200" b="0" i="0" dirty="0">
              <a:solidFill>
                <a:schemeClr val="tx1">
                  <a:lumMod val="75000"/>
                  <a:lumOff val="25000"/>
                </a:schemeClr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AA406F1-C21E-3C14-93C7-21FA03975221}"/>
              </a:ext>
            </a:extLst>
          </p:cNvPr>
          <p:cNvSpPr/>
          <p:nvPr userDrawn="1"/>
        </p:nvSpPr>
        <p:spPr>
          <a:xfrm>
            <a:off x="0" y="6672404"/>
            <a:ext cx="9906000" cy="185596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ko-KR" altLang="en-US" sz="1200" b="0" i="0" dirty="0">
              <a:solidFill>
                <a:schemeClr val="tx1">
                  <a:lumMod val="75000"/>
                  <a:lumOff val="25000"/>
                </a:schemeClr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CEE9D9CD-C76A-9B2A-B9D3-39CB4C879C47}"/>
              </a:ext>
            </a:extLst>
          </p:cNvPr>
          <p:cNvSpPr/>
          <p:nvPr userDrawn="1"/>
        </p:nvSpPr>
        <p:spPr>
          <a:xfrm>
            <a:off x="0" y="0"/>
            <a:ext cx="131670" cy="6672404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ko-KR" altLang="en-US" sz="1200" b="0" i="0" dirty="0">
              <a:solidFill>
                <a:schemeClr val="tx1">
                  <a:lumMod val="75000"/>
                  <a:lumOff val="25000"/>
                </a:schemeClr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12121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lette 000000"/>
          <p:cNvSpPr/>
          <p:nvPr userDrawn="1"/>
        </p:nvSpPr>
        <p:spPr>
          <a:xfrm>
            <a:off x="-503470" y="0"/>
            <a:ext cx="324000" cy="198000"/>
          </a:xfrm>
          <a:prstGeom prst="rect">
            <a:avLst/>
          </a:prstGeom>
          <a:solidFill>
            <a:srgbClr val="000000"/>
          </a:solidFill>
          <a:ln w="6350">
            <a:solidFill>
              <a:srgbClr val="BFBFBF"/>
            </a:solidFill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3" name="Palette Label 000000"/>
          <p:cNvSpPr txBox="1"/>
          <p:nvPr userDrawn="1"/>
        </p:nvSpPr>
        <p:spPr>
          <a:xfrm>
            <a:off x="-1716776" y="0"/>
            <a:ext cx="1080000" cy="198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700" b="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#000000  어두운1 · 검정</a:t>
            </a:r>
          </a:p>
        </p:txBody>
      </p:sp>
      <p:sp>
        <p:nvSpPr>
          <p:cNvPr id="4" name="Palette FFFFFF"/>
          <p:cNvSpPr/>
          <p:nvPr userDrawn="1"/>
        </p:nvSpPr>
        <p:spPr>
          <a:xfrm>
            <a:off x="-503470" y="280800"/>
            <a:ext cx="324000" cy="1980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5" name="Palette Label FFFFFF"/>
          <p:cNvSpPr txBox="1"/>
          <p:nvPr userDrawn="1"/>
        </p:nvSpPr>
        <p:spPr>
          <a:xfrm>
            <a:off x="-1716776" y="280800"/>
            <a:ext cx="1080000" cy="198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700" b="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#FFFFFF  밝게1 · 흰색</a:t>
            </a:r>
          </a:p>
        </p:txBody>
      </p:sp>
      <p:sp>
        <p:nvSpPr>
          <p:cNvPr id="6" name="Palette 1C1C1C"/>
          <p:cNvSpPr/>
          <p:nvPr userDrawn="1"/>
        </p:nvSpPr>
        <p:spPr>
          <a:xfrm>
            <a:off x="-503470" y="561600"/>
            <a:ext cx="324000" cy="198000"/>
          </a:xfrm>
          <a:prstGeom prst="rect">
            <a:avLst/>
          </a:prstGeom>
          <a:solidFill>
            <a:srgbClr val="1C1C1C"/>
          </a:solidFill>
          <a:ln w="6350">
            <a:solidFill>
              <a:srgbClr val="BFBFBF"/>
            </a:solidFill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7" name="Palette Label 1C1C1C"/>
          <p:cNvSpPr txBox="1"/>
          <p:nvPr userDrawn="1"/>
        </p:nvSpPr>
        <p:spPr>
          <a:xfrm>
            <a:off x="-1716776" y="561600"/>
            <a:ext cx="1080000" cy="198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700" b="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#1C1C1C  어두운2 · 본문</a:t>
            </a:r>
          </a:p>
        </p:txBody>
      </p:sp>
      <p:sp>
        <p:nvSpPr>
          <p:cNvPr id="8" name="Palette F2F2F2"/>
          <p:cNvSpPr/>
          <p:nvPr userDrawn="1"/>
        </p:nvSpPr>
        <p:spPr>
          <a:xfrm>
            <a:off x="-503470" y="842400"/>
            <a:ext cx="324000" cy="19800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9" name="Palette Label F2F2F2"/>
          <p:cNvSpPr txBox="1"/>
          <p:nvPr userDrawn="1"/>
        </p:nvSpPr>
        <p:spPr>
          <a:xfrm>
            <a:off x="-1716776" y="842400"/>
            <a:ext cx="1080000" cy="198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700" b="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#F2F2F2  밝게2 · 패널</a:t>
            </a:r>
          </a:p>
        </p:txBody>
      </p:sp>
      <p:sp>
        <p:nvSpPr>
          <p:cNvPr id="10" name="Palette 4154FF"/>
          <p:cNvSpPr/>
          <p:nvPr userDrawn="1"/>
        </p:nvSpPr>
        <p:spPr>
          <a:xfrm>
            <a:off x="-503470" y="1123200"/>
            <a:ext cx="324000" cy="198000"/>
          </a:xfrm>
          <a:prstGeom prst="rect">
            <a:avLst/>
          </a:prstGeom>
          <a:solidFill>
            <a:srgbClr val="4154FF"/>
          </a:solidFill>
          <a:ln w="6350">
            <a:solidFill>
              <a:srgbClr val="BFBFBF"/>
            </a:solidFill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11" name="Palette Label 4154FF"/>
          <p:cNvSpPr txBox="1"/>
          <p:nvPr userDrawn="1"/>
        </p:nvSpPr>
        <p:spPr>
          <a:xfrm>
            <a:off x="-1716776" y="1123200"/>
            <a:ext cx="1080000" cy="198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700" b="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#4154FF  강조1 · NOL 블루</a:t>
            </a:r>
          </a:p>
        </p:txBody>
      </p:sp>
      <p:sp>
        <p:nvSpPr>
          <p:cNvPr id="12" name="Palette 1F2B9E"/>
          <p:cNvSpPr/>
          <p:nvPr userDrawn="1"/>
        </p:nvSpPr>
        <p:spPr>
          <a:xfrm>
            <a:off x="-503470" y="1404000"/>
            <a:ext cx="324000" cy="198000"/>
          </a:xfrm>
          <a:prstGeom prst="rect">
            <a:avLst/>
          </a:prstGeom>
          <a:solidFill>
            <a:srgbClr val="1F2B9E"/>
          </a:solidFill>
          <a:ln w="6350">
            <a:solidFill>
              <a:srgbClr val="BFBFBF"/>
            </a:solidFill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13" name="Palette Label 1F2B9E"/>
          <p:cNvSpPr txBox="1"/>
          <p:nvPr userDrawn="1"/>
        </p:nvSpPr>
        <p:spPr>
          <a:xfrm>
            <a:off x="-1716776" y="1404000"/>
            <a:ext cx="1080000" cy="198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700" b="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#1F2B9E  강조2 · 딥블루</a:t>
            </a:r>
          </a:p>
        </p:txBody>
      </p:sp>
      <p:sp>
        <p:nvSpPr>
          <p:cNvPr id="14" name="Palette 3C3C3C"/>
          <p:cNvSpPr/>
          <p:nvPr userDrawn="1"/>
        </p:nvSpPr>
        <p:spPr>
          <a:xfrm>
            <a:off x="-503470" y="1684800"/>
            <a:ext cx="324000" cy="198000"/>
          </a:xfrm>
          <a:prstGeom prst="rect">
            <a:avLst/>
          </a:prstGeom>
          <a:solidFill>
            <a:srgbClr val="3C3C3C"/>
          </a:solidFill>
          <a:ln w="6350">
            <a:solidFill>
              <a:srgbClr val="BFBFBF"/>
            </a:solidFill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15" name="Palette Label 3C3C3C"/>
          <p:cNvSpPr txBox="1"/>
          <p:nvPr userDrawn="1"/>
        </p:nvSpPr>
        <p:spPr>
          <a:xfrm>
            <a:off x="-1716776" y="1684800"/>
            <a:ext cx="1080000" cy="198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700" b="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#3C3C3C  강조3 · 다크그레이</a:t>
            </a:r>
          </a:p>
        </p:txBody>
      </p:sp>
      <p:sp>
        <p:nvSpPr>
          <p:cNvPr id="16" name="Palette 8C8C8C"/>
          <p:cNvSpPr/>
          <p:nvPr userDrawn="1"/>
        </p:nvSpPr>
        <p:spPr>
          <a:xfrm>
            <a:off x="-503470" y="1965600"/>
            <a:ext cx="324000" cy="198000"/>
          </a:xfrm>
          <a:prstGeom prst="rect">
            <a:avLst/>
          </a:prstGeom>
          <a:solidFill>
            <a:srgbClr val="8C8C8C"/>
          </a:solidFill>
          <a:ln w="6350">
            <a:solidFill>
              <a:srgbClr val="BFBFBF"/>
            </a:solidFill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17" name="Palette Label 8C8C8C"/>
          <p:cNvSpPr txBox="1"/>
          <p:nvPr userDrawn="1"/>
        </p:nvSpPr>
        <p:spPr>
          <a:xfrm>
            <a:off x="-1716776" y="1965600"/>
            <a:ext cx="1080000" cy="198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700" b="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#8C8C8C  강조4 · 그레이</a:t>
            </a:r>
          </a:p>
        </p:txBody>
      </p:sp>
      <p:sp>
        <p:nvSpPr>
          <p:cNvPr id="18" name="Palette FF6B5B"/>
          <p:cNvSpPr/>
          <p:nvPr userDrawn="1"/>
        </p:nvSpPr>
        <p:spPr>
          <a:xfrm>
            <a:off x="-503470" y="2246400"/>
            <a:ext cx="324000" cy="198000"/>
          </a:xfrm>
          <a:prstGeom prst="rect">
            <a:avLst/>
          </a:prstGeom>
          <a:solidFill>
            <a:srgbClr val="FF6B5B"/>
          </a:solidFill>
          <a:ln w="6350">
            <a:solidFill>
              <a:srgbClr val="BFBFBF"/>
            </a:solidFill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19" name="Palette Label FF6B5B"/>
          <p:cNvSpPr txBox="1"/>
          <p:nvPr userDrawn="1"/>
        </p:nvSpPr>
        <p:spPr>
          <a:xfrm>
            <a:off x="-1716776" y="2246400"/>
            <a:ext cx="1080000" cy="198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700" b="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#FF6B5B  강조5 · 코랄</a:t>
            </a:r>
          </a:p>
        </p:txBody>
      </p:sp>
      <p:sp>
        <p:nvSpPr>
          <p:cNvPr id="20" name="Palette FFB547"/>
          <p:cNvSpPr/>
          <p:nvPr userDrawn="1"/>
        </p:nvSpPr>
        <p:spPr>
          <a:xfrm>
            <a:off x="-503470" y="2527200"/>
            <a:ext cx="324000" cy="198000"/>
          </a:xfrm>
          <a:prstGeom prst="rect">
            <a:avLst/>
          </a:prstGeom>
          <a:solidFill>
            <a:srgbClr val="FFB547"/>
          </a:solidFill>
          <a:ln w="6350">
            <a:solidFill>
              <a:srgbClr val="BFBFBF"/>
            </a:solidFill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21" name="Palette Label FFB547"/>
          <p:cNvSpPr txBox="1"/>
          <p:nvPr userDrawn="1"/>
        </p:nvSpPr>
        <p:spPr>
          <a:xfrm>
            <a:off x="-1716776" y="2527200"/>
            <a:ext cx="1080000" cy="198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700" b="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#FFB547  강조6 · 앰버</a:t>
            </a:r>
          </a:p>
        </p:txBody>
      </p:sp>
      <p:sp>
        <p:nvSpPr>
          <p:cNvPr id="22" name="Palette F5F6FF"/>
          <p:cNvSpPr/>
          <p:nvPr userDrawn="1"/>
        </p:nvSpPr>
        <p:spPr>
          <a:xfrm>
            <a:off x="-503470" y="2808000"/>
            <a:ext cx="324000" cy="198000"/>
          </a:xfrm>
          <a:prstGeom prst="rect">
            <a:avLst/>
          </a:prstGeom>
          <a:solidFill>
            <a:srgbClr val="F5F6FF"/>
          </a:solidFill>
          <a:ln w="6350">
            <a:solidFill>
              <a:srgbClr val="BFBFBF"/>
            </a:solidFill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23" name="Palette Label F5F6FF"/>
          <p:cNvSpPr txBox="1"/>
          <p:nvPr userDrawn="1"/>
        </p:nvSpPr>
        <p:spPr>
          <a:xfrm>
            <a:off x="-1716776" y="2808000"/>
            <a:ext cx="1080000" cy="198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700" b="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#F5F6FF  블루 연한 배경</a:t>
            </a:r>
          </a:p>
        </p:txBody>
      </p:sp>
      <p:sp>
        <p:nvSpPr>
          <p:cNvPr id="24" name="Palette 595959"/>
          <p:cNvSpPr/>
          <p:nvPr userDrawn="1"/>
        </p:nvSpPr>
        <p:spPr>
          <a:xfrm>
            <a:off x="-503470" y="3088800"/>
            <a:ext cx="324000" cy="198000"/>
          </a:xfrm>
          <a:prstGeom prst="rect">
            <a:avLst/>
          </a:prstGeom>
          <a:solidFill>
            <a:srgbClr val="595959"/>
          </a:solidFill>
          <a:ln w="6350">
            <a:solidFill>
              <a:srgbClr val="BFBFBF"/>
            </a:solidFill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25" name="Palette Label 595959"/>
          <p:cNvSpPr txBox="1"/>
          <p:nvPr userDrawn="1"/>
        </p:nvSpPr>
        <p:spPr>
          <a:xfrm>
            <a:off x="-1716776" y="3088800"/>
            <a:ext cx="1080000" cy="198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700" b="0" dirty="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#595959  보조 글자 </a:t>
            </a:r>
            <a:r>
              <a:rPr lang="en-US" altLang="ko-KR" sz="700" b="0" dirty="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/ Line</a:t>
            </a:r>
            <a:endParaRPr lang="ko-KR" altLang="en-US" sz="700" b="0" dirty="0">
              <a:solidFill>
                <a:srgbClr val="595959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6" name="Palette 9A9A9A"/>
          <p:cNvSpPr/>
          <p:nvPr userDrawn="1"/>
        </p:nvSpPr>
        <p:spPr>
          <a:xfrm>
            <a:off x="-503470" y="3369600"/>
            <a:ext cx="324000" cy="198000"/>
          </a:xfrm>
          <a:prstGeom prst="rect">
            <a:avLst/>
          </a:prstGeom>
          <a:solidFill>
            <a:srgbClr val="9A9A9A"/>
          </a:solidFill>
          <a:ln w="6350">
            <a:solidFill>
              <a:srgbClr val="BFBFBF"/>
            </a:solidFill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27" name="Palette Label 9A9A9A"/>
          <p:cNvSpPr txBox="1"/>
          <p:nvPr userDrawn="1"/>
        </p:nvSpPr>
        <p:spPr>
          <a:xfrm>
            <a:off x="-1716776" y="3369600"/>
            <a:ext cx="1080000" cy="198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700" b="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#9A9A9A  1·2단계 글자</a:t>
            </a:r>
          </a:p>
        </p:txBody>
      </p:sp>
      <p:sp>
        <p:nvSpPr>
          <p:cNvPr id="28" name="Palette BFBFBF"/>
          <p:cNvSpPr/>
          <p:nvPr userDrawn="1"/>
        </p:nvSpPr>
        <p:spPr>
          <a:xfrm>
            <a:off x="-503470" y="3650400"/>
            <a:ext cx="324000" cy="198000"/>
          </a:xfrm>
          <a:prstGeom prst="rect">
            <a:avLst/>
          </a:prstGeom>
          <a:solidFill>
            <a:srgbClr val="BFBFBF"/>
          </a:solidFill>
          <a:ln w="6350">
            <a:solidFill>
              <a:srgbClr val="BFBFBF"/>
            </a:solidFill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29" name="Palette Label BFBFBF"/>
          <p:cNvSpPr txBox="1"/>
          <p:nvPr userDrawn="1"/>
        </p:nvSpPr>
        <p:spPr>
          <a:xfrm>
            <a:off x="-1716776" y="3650400"/>
            <a:ext cx="1080000" cy="198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700" b="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#BFBFBF  카드 테두리</a:t>
            </a:r>
          </a:p>
        </p:txBody>
      </p:sp>
      <p:sp>
        <p:nvSpPr>
          <p:cNvPr id="30" name="Palette D9D9D9"/>
          <p:cNvSpPr/>
          <p:nvPr userDrawn="1"/>
        </p:nvSpPr>
        <p:spPr>
          <a:xfrm>
            <a:off x="-503470" y="3931200"/>
            <a:ext cx="324000" cy="198000"/>
          </a:xfrm>
          <a:prstGeom prst="rect">
            <a:avLst/>
          </a:prstGeom>
          <a:solidFill>
            <a:srgbClr val="D9D9D9"/>
          </a:solidFill>
          <a:ln w="6350">
            <a:solidFill>
              <a:srgbClr val="BFBFBF"/>
            </a:solidFill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31" name="Palette Label D9D9D9"/>
          <p:cNvSpPr txBox="1"/>
          <p:nvPr userDrawn="1"/>
        </p:nvSpPr>
        <p:spPr>
          <a:xfrm>
            <a:off x="-1716776" y="3931200"/>
            <a:ext cx="1080000" cy="198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700" b="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#D9D9D9  구분선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1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91"/>
        </a:spcBef>
        <a:spcAft>
          <a:spcPts val="91"/>
        </a:spcAft>
      </a:defPPr>
      <a:lvl1pPr marR="0" lvl="0" algn="l" rtl="0">
        <a:lnSpc>
          <a:spcPct val="100000"/>
        </a:lnSpc>
        <a:spcBef>
          <a:spcPts val="91"/>
        </a:spcBef>
        <a:spcAft>
          <a:spcPts val="91"/>
        </a:spcAft>
        <a:buClr>
          <a:srgbClr val="000000"/>
        </a:buClr>
        <a:buFont typeface="Arial"/>
        <a:defRPr lang="ko-KR" altLang="en-US" sz="742" b="0" i="0" u="none" strike="noStrike" cap="none">
          <a:solidFill>
            <a:srgbClr val="000000"/>
          </a:solidFill>
          <a:latin typeface="Pretendard Medium"/>
          <a:ea typeface="Pretendard Medium"/>
          <a:cs typeface="Pretendard Medium"/>
          <a:sym typeface="Pretendard Medium"/>
        </a:defRPr>
      </a:lvl1pPr>
      <a:lvl2pPr marR="0" lvl="1" algn="l" rtl="0">
        <a:lnSpc>
          <a:spcPct val="100000"/>
        </a:lnSpc>
        <a:spcBef>
          <a:spcPts val="91"/>
        </a:spcBef>
        <a:spcAft>
          <a:spcPts val="91"/>
        </a:spcAft>
        <a:buClr>
          <a:srgbClr val="000000"/>
        </a:buClr>
        <a:buFont typeface="Arial"/>
        <a:defRPr lang="ko-KR" altLang="en-US" sz="742" b="0" i="0" u="none" strike="noStrike" cap="none">
          <a:solidFill>
            <a:srgbClr val="000000"/>
          </a:solidFill>
          <a:latin typeface="Pretendard Medium"/>
          <a:ea typeface="Pretendard Medium"/>
          <a:cs typeface="Pretendard Medium"/>
          <a:sym typeface="Pretendard Medium"/>
        </a:defRPr>
      </a:lvl2pPr>
      <a:lvl3pPr marR="0" lvl="2" algn="l" rtl="0">
        <a:lnSpc>
          <a:spcPct val="100000"/>
        </a:lnSpc>
        <a:spcBef>
          <a:spcPts val="91"/>
        </a:spcBef>
        <a:spcAft>
          <a:spcPts val="91"/>
        </a:spcAft>
        <a:buClr>
          <a:srgbClr val="000000"/>
        </a:buClr>
        <a:buFont typeface="Arial"/>
        <a:defRPr lang="ko-KR" altLang="en-US" sz="742" b="0" i="0" u="none" strike="noStrike" cap="none">
          <a:solidFill>
            <a:srgbClr val="000000"/>
          </a:solidFill>
          <a:latin typeface="Pretendard Medium"/>
          <a:ea typeface="Pretendard Medium"/>
          <a:cs typeface="Pretendard Medium"/>
          <a:sym typeface="Pretendard Medium"/>
        </a:defRPr>
      </a:lvl3pPr>
      <a:lvl4pPr marR="0" lvl="3" algn="l" rtl="0">
        <a:lnSpc>
          <a:spcPct val="100000"/>
        </a:lnSpc>
        <a:spcBef>
          <a:spcPts val="91"/>
        </a:spcBef>
        <a:spcAft>
          <a:spcPts val="91"/>
        </a:spcAft>
        <a:buClr>
          <a:srgbClr val="000000"/>
        </a:buClr>
        <a:buFont typeface="Arial"/>
        <a:defRPr lang="ko-KR" altLang="en-US" sz="742" b="0" i="0" u="none" strike="noStrike" cap="none">
          <a:solidFill>
            <a:srgbClr val="000000"/>
          </a:solidFill>
          <a:latin typeface="Pretendard Medium"/>
          <a:ea typeface="Pretendard Medium"/>
          <a:cs typeface="Pretendard Medium"/>
          <a:sym typeface="Pretendard Medium"/>
        </a:defRPr>
      </a:lvl4pPr>
      <a:lvl5pPr marR="0" lvl="4" algn="l" rtl="0">
        <a:lnSpc>
          <a:spcPct val="100000"/>
        </a:lnSpc>
        <a:spcBef>
          <a:spcPts val="91"/>
        </a:spcBef>
        <a:spcAft>
          <a:spcPts val="91"/>
        </a:spcAft>
        <a:buClr>
          <a:srgbClr val="000000"/>
        </a:buClr>
        <a:buFont typeface="Arial"/>
        <a:defRPr lang="ko-KR" altLang="en-US" sz="742" b="0" i="0" u="none" strike="noStrike" cap="none">
          <a:solidFill>
            <a:srgbClr val="000000"/>
          </a:solidFill>
          <a:latin typeface="Pretendard Medium"/>
          <a:ea typeface="Pretendard Medium"/>
          <a:cs typeface="Pretendard Medium"/>
          <a:sym typeface="Pretendard Medium"/>
        </a:defRPr>
      </a:lvl5pPr>
      <a:lvl6pPr marR="0" lvl="5" algn="l" rtl="0">
        <a:lnSpc>
          <a:spcPct val="100000"/>
        </a:lnSpc>
        <a:spcBef>
          <a:spcPts val="91"/>
        </a:spcBef>
        <a:spcAft>
          <a:spcPts val="91"/>
        </a:spcAft>
        <a:buClr>
          <a:srgbClr val="000000"/>
        </a:buClr>
        <a:buFont typeface="Arial"/>
        <a:defRPr lang="ko-KR" altLang="en-US" sz="742" b="0" i="0" u="none" strike="noStrike" cap="none">
          <a:solidFill>
            <a:srgbClr val="000000"/>
          </a:solidFill>
          <a:latin typeface="Pretendard Medium"/>
          <a:ea typeface="Pretendard Medium"/>
          <a:cs typeface="Pretendard Medium"/>
          <a:sym typeface="Pretendard Medium"/>
        </a:defRPr>
      </a:lvl6pPr>
      <a:lvl7pPr marR="0" lvl="6" algn="l" rtl="0">
        <a:lnSpc>
          <a:spcPct val="100000"/>
        </a:lnSpc>
        <a:spcBef>
          <a:spcPts val="91"/>
        </a:spcBef>
        <a:spcAft>
          <a:spcPts val="91"/>
        </a:spcAft>
        <a:buClr>
          <a:srgbClr val="000000"/>
        </a:buClr>
        <a:buFont typeface="Arial"/>
        <a:defRPr lang="ko-KR" altLang="en-US" sz="742" b="0" i="0" u="none" strike="noStrike" cap="none">
          <a:solidFill>
            <a:srgbClr val="000000"/>
          </a:solidFill>
          <a:latin typeface="Pretendard Medium"/>
          <a:ea typeface="Pretendard Medium"/>
          <a:cs typeface="Pretendard Medium"/>
          <a:sym typeface="Pretendard Medium"/>
        </a:defRPr>
      </a:lvl7pPr>
      <a:lvl8pPr marR="0" lvl="7" algn="l" rtl="0">
        <a:lnSpc>
          <a:spcPct val="100000"/>
        </a:lnSpc>
        <a:spcBef>
          <a:spcPts val="91"/>
        </a:spcBef>
        <a:spcAft>
          <a:spcPts val="91"/>
        </a:spcAft>
        <a:buClr>
          <a:srgbClr val="000000"/>
        </a:buClr>
        <a:buFont typeface="Arial"/>
        <a:defRPr lang="ko-KR" altLang="en-US" sz="742" b="0" i="0" u="none" strike="noStrike" cap="none">
          <a:solidFill>
            <a:srgbClr val="000000"/>
          </a:solidFill>
          <a:latin typeface="Pretendard Medium"/>
          <a:ea typeface="Pretendard Medium"/>
          <a:cs typeface="Pretendard Medium"/>
          <a:sym typeface="Pretendard Medium"/>
        </a:defRPr>
      </a:lvl8pPr>
      <a:lvl9pPr marR="0" lvl="8" algn="l" rtl="0">
        <a:lnSpc>
          <a:spcPct val="100000"/>
        </a:lnSpc>
        <a:spcBef>
          <a:spcPts val="91"/>
        </a:spcBef>
        <a:spcAft>
          <a:spcPts val="91"/>
        </a:spcAft>
        <a:buClr>
          <a:srgbClr val="000000"/>
        </a:buClr>
        <a:buFont typeface="Arial"/>
        <a:defRPr lang="ko-KR" altLang="en-US" sz="742" b="0" i="0" u="none" strike="noStrike" cap="none">
          <a:solidFill>
            <a:srgbClr val="000000"/>
          </a:solidFill>
          <a:latin typeface="Pretendard Medium"/>
          <a:ea typeface="Pretendard Medium"/>
          <a:cs typeface="Pretendard Medium"/>
          <a:sym typeface="Pretendard Medium"/>
        </a:defRPr>
      </a:lvl9pPr>
    </p:titleStyle>
    <p:bodyStyle>
      <a:defPPr marR="0" lvl="0" algn="l" rtl="0">
        <a:lnSpc>
          <a:spcPct val="100000"/>
        </a:lnSpc>
        <a:spcBef>
          <a:spcPts val="91"/>
        </a:spcBef>
        <a:spcAft>
          <a:spcPts val="91"/>
        </a:spcAft>
      </a:defPPr>
      <a:lvl1pPr marR="0" lvl="0" algn="l" rtl="0">
        <a:lnSpc>
          <a:spcPct val="100000"/>
        </a:lnSpc>
        <a:spcBef>
          <a:spcPts val="91"/>
        </a:spcBef>
        <a:spcAft>
          <a:spcPts val="91"/>
        </a:spcAft>
        <a:buClr>
          <a:srgbClr val="000000"/>
        </a:buClr>
        <a:buFont typeface="Arial"/>
        <a:defRPr lang="ko-KR" altLang="en-US" sz="742" b="0" i="0" u="none" strike="noStrike" cap="none">
          <a:solidFill>
            <a:srgbClr val="000000"/>
          </a:solidFill>
          <a:latin typeface="Pretendard Medium"/>
          <a:ea typeface="Pretendard Medium"/>
          <a:cs typeface="Pretendard Medium"/>
          <a:sym typeface="Pretendard Medium"/>
        </a:defRPr>
      </a:lvl1pPr>
      <a:lvl2pPr marR="0" lvl="1" algn="l" rtl="0">
        <a:lnSpc>
          <a:spcPct val="100000"/>
        </a:lnSpc>
        <a:spcBef>
          <a:spcPts val="91"/>
        </a:spcBef>
        <a:spcAft>
          <a:spcPts val="91"/>
        </a:spcAft>
        <a:buClr>
          <a:srgbClr val="000000"/>
        </a:buClr>
        <a:buFont typeface="Arial"/>
        <a:defRPr lang="ko-KR" altLang="en-US" sz="742" b="0" i="0" u="none" strike="noStrike" cap="none">
          <a:solidFill>
            <a:srgbClr val="000000"/>
          </a:solidFill>
          <a:latin typeface="Pretendard Medium"/>
          <a:ea typeface="Pretendard Medium"/>
          <a:cs typeface="Pretendard Medium"/>
          <a:sym typeface="Pretendard Medium"/>
        </a:defRPr>
      </a:lvl2pPr>
      <a:lvl3pPr marR="0" lvl="2" algn="l" rtl="0">
        <a:lnSpc>
          <a:spcPct val="100000"/>
        </a:lnSpc>
        <a:spcBef>
          <a:spcPts val="91"/>
        </a:spcBef>
        <a:spcAft>
          <a:spcPts val="91"/>
        </a:spcAft>
        <a:buClr>
          <a:srgbClr val="000000"/>
        </a:buClr>
        <a:buFont typeface="Arial"/>
        <a:defRPr lang="ko-KR" altLang="en-US" sz="742" b="0" i="0" u="none" strike="noStrike" cap="none">
          <a:solidFill>
            <a:srgbClr val="000000"/>
          </a:solidFill>
          <a:latin typeface="Pretendard Medium"/>
          <a:ea typeface="Pretendard Medium"/>
          <a:cs typeface="Pretendard Medium"/>
          <a:sym typeface="Pretendard Medium"/>
        </a:defRPr>
      </a:lvl3pPr>
      <a:lvl4pPr marR="0" lvl="3" algn="l" rtl="0">
        <a:lnSpc>
          <a:spcPct val="100000"/>
        </a:lnSpc>
        <a:spcBef>
          <a:spcPts val="91"/>
        </a:spcBef>
        <a:spcAft>
          <a:spcPts val="91"/>
        </a:spcAft>
        <a:buClr>
          <a:srgbClr val="000000"/>
        </a:buClr>
        <a:buFont typeface="Arial"/>
        <a:defRPr lang="ko-KR" altLang="en-US" sz="742" b="0" i="0" u="none" strike="noStrike" cap="none">
          <a:solidFill>
            <a:srgbClr val="000000"/>
          </a:solidFill>
          <a:latin typeface="Pretendard Medium"/>
          <a:ea typeface="Pretendard Medium"/>
          <a:cs typeface="Pretendard Medium"/>
          <a:sym typeface="Pretendard Medium"/>
        </a:defRPr>
      </a:lvl4pPr>
      <a:lvl5pPr marR="0" lvl="4" algn="l" rtl="0">
        <a:lnSpc>
          <a:spcPct val="100000"/>
        </a:lnSpc>
        <a:spcBef>
          <a:spcPts val="91"/>
        </a:spcBef>
        <a:spcAft>
          <a:spcPts val="91"/>
        </a:spcAft>
        <a:buClr>
          <a:srgbClr val="000000"/>
        </a:buClr>
        <a:buFont typeface="Arial"/>
        <a:defRPr lang="ko-KR" altLang="en-US" sz="742" b="0" i="0" u="none" strike="noStrike" cap="none">
          <a:solidFill>
            <a:srgbClr val="000000"/>
          </a:solidFill>
          <a:latin typeface="Pretendard Medium"/>
          <a:ea typeface="Pretendard Medium"/>
          <a:cs typeface="Pretendard Medium"/>
          <a:sym typeface="Pretendard Medium"/>
        </a:defRPr>
      </a:lvl5pPr>
      <a:lvl6pPr marR="0" lvl="5" algn="l" rtl="0">
        <a:lnSpc>
          <a:spcPct val="100000"/>
        </a:lnSpc>
        <a:spcBef>
          <a:spcPts val="91"/>
        </a:spcBef>
        <a:spcAft>
          <a:spcPts val="91"/>
        </a:spcAft>
        <a:buClr>
          <a:srgbClr val="000000"/>
        </a:buClr>
        <a:buFont typeface="Arial"/>
        <a:defRPr lang="ko-KR" altLang="en-US" sz="742" b="0" i="0" u="none" strike="noStrike" cap="none">
          <a:solidFill>
            <a:srgbClr val="000000"/>
          </a:solidFill>
          <a:latin typeface="Pretendard Medium"/>
          <a:ea typeface="Pretendard Medium"/>
          <a:cs typeface="Pretendard Medium"/>
          <a:sym typeface="Pretendard Medium"/>
        </a:defRPr>
      </a:lvl6pPr>
      <a:lvl7pPr marR="0" lvl="6" algn="l" rtl="0">
        <a:lnSpc>
          <a:spcPct val="100000"/>
        </a:lnSpc>
        <a:spcBef>
          <a:spcPts val="91"/>
        </a:spcBef>
        <a:spcAft>
          <a:spcPts val="91"/>
        </a:spcAft>
        <a:buClr>
          <a:srgbClr val="000000"/>
        </a:buClr>
        <a:buFont typeface="Arial"/>
        <a:defRPr lang="ko-KR" altLang="en-US" sz="742" b="0" i="0" u="none" strike="noStrike" cap="none">
          <a:solidFill>
            <a:srgbClr val="000000"/>
          </a:solidFill>
          <a:latin typeface="Pretendard Medium"/>
          <a:ea typeface="Pretendard Medium"/>
          <a:cs typeface="Pretendard Medium"/>
          <a:sym typeface="Pretendard Medium"/>
        </a:defRPr>
      </a:lvl7pPr>
      <a:lvl8pPr marR="0" lvl="7" algn="l" rtl="0">
        <a:lnSpc>
          <a:spcPct val="100000"/>
        </a:lnSpc>
        <a:spcBef>
          <a:spcPts val="91"/>
        </a:spcBef>
        <a:spcAft>
          <a:spcPts val="91"/>
        </a:spcAft>
        <a:buClr>
          <a:srgbClr val="000000"/>
        </a:buClr>
        <a:buFont typeface="Arial"/>
        <a:defRPr lang="ko-KR" altLang="en-US" sz="742" b="0" i="0" u="none" strike="noStrike" cap="none">
          <a:solidFill>
            <a:srgbClr val="000000"/>
          </a:solidFill>
          <a:latin typeface="Pretendard Medium"/>
          <a:ea typeface="Pretendard Medium"/>
          <a:cs typeface="Pretendard Medium"/>
          <a:sym typeface="Pretendard Medium"/>
        </a:defRPr>
      </a:lvl8pPr>
      <a:lvl9pPr marR="0" lvl="8" algn="l" rtl="0">
        <a:lnSpc>
          <a:spcPct val="100000"/>
        </a:lnSpc>
        <a:spcBef>
          <a:spcPts val="91"/>
        </a:spcBef>
        <a:spcAft>
          <a:spcPts val="91"/>
        </a:spcAft>
        <a:buClr>
          <a:srgbClr val="000000"/>
        </a:buClr>
        <a:buFont typeface="Arial"/>
        <a:defRPr lang="ko-KR" altLang="en-US" sz="742" b="0" i="0" u="none" strike="noStrike" cap="none">
          <a:solidFill>
            <a:srgbClr val="000000"/>
          </a:solidFill>
          <a:latin typeface="Pretendard Medium"/>
          <a:ea typeface="Pretendard Medium"/>
          <a:cs typeface="Pretendard Medium"/>
          <a:sym typeface="Pretendard Medium"/>
        </a:defRPr>
      </a:lvl9pPr>
    </p:bodyStyle>
    <p:otherStyle>
      <a:defPPr marR="0" lvl="0" algn="l" rtl="0">
        <a:lnSpc>
          <a:spcPct val="100000"/>
        </a:lnSpc>
        <a:spcBef>
          <a:spcPts val="91"/>
        </a:spcBef>
        <a:spcAft>
          <a:spcPts val="91"/>
        </a:spcAft>
      </a:defPPr>
      <a:lvl1pPr marR="0" lvl="0" algn="l" rtl="0">
        <a:lnSpc>
          <a:spcPct val="100000"/>
        </a:lnSpc>
        <a:spcBef>
          <a:spcPts val="91"/>
        </a:spcBef>
        <a:spcAft>
          <a:spcPts val="91"/>
        </a:spcAft>
        <a:buClr>
          <a:srgbClr val="000000"/>
        </a:buClr>
        <a:buFont typeface="Arial"/>
        <a:defRPr lang="ko-KR" altLang="en-US" sz="742" b="0" i="0" u="none" strike="noStrike" cap="none">
          <a:solidFill>
            <a:srgbClr val="000000"/>
          </a:solidFill>
          <a:latin typeface="Pretendard Medium"/>
          <a:ea typeface="Pretendard Medium"/>
          <a:cs typeface="Pretendard Medium"/>
          <a:sym typeface="Pretendard Medium"/>
        </a:defRPr>
      </a:lvl1pPr>
      <a:lvl2pPr marR="0" lvl="1" algn="l" rtl="0">
        <a:lnSpc>
          <a:spcPct val="100000"/>
        </a:lnSpc>
        <a:spcBef>
          <a:spcPts val="91"/>
        </a:spcBef>
        <a:spcAft>
          <a:spcPts val="91"/>
        </a:spcAft>
        <a:buClr>
          <a:srgbClr val="000000"/>
        </a:buClr>
        <a:buFont typeface="Arial"/>
        <a:defRPr lang="ko-KR" altLang="en-US" sz="742" b="0" i="0" u="none" strike="noStrike" cap="none">
          <a:solidFill>
            <a:srgbClr val="000000"/>
          </a:solidFill>
          <a:latin typeface="Pretendard Medium"/>
          <a:ea typeface="Pretendard Medium"/>
          <a:cs typeface="Pretendard Medium"/>
          <a:sym typeface="Pretendard Medium"/>
        </a:defRPr>
      </a:lvl2pPr>
      <a:lvl3pPr marR="0" lvl="2" algn="l" rtl="0">
        <a:lnSpc>
          <a:spcPct val="100000"/>
        </a:lnSpc>
        <a:spcBef>
          <a:spcPts val="91"/>
        </a:spcBef>
        <a:spcAft>
          <a:spcPts val="91"/>
        </a:spcAft>
        <a:buClr>
          <a:srgbClr val="000000"/>
        </a:buClr>
        <a:buFont typeface="Arial"/>
        <a:defRPr lang="ko-KR" altLang="en-US" sz="742" b="0" i="0" u="none" strike="noStrike" cap="none">
          <a:solidFill>
            <a:srgbClr val="000000"/>
          </a:solidFill>
          <a:latin typeface="Pretendard Medium"/>
          <a:ea typeface="Pretendard Medium"/>
          <a:cs typeface="Pretendard Medium"/>
          <a:sym typeface="Pretendard Medium"/>
        </a:defRPr>
      </a:lvl3pPr>
      <a:lvl4pPr marR="0" lvl="3" algn="l" rtl="0">
        <a:lnSpc>
          <a:spcPct val="100000"/>
        </a:lnSpc>
        <a:spcBef>
          <a:spcPts val="91"/>
        </a:spcBef>
        <a:spcAft>
          <a:spcPts val="91"/>
        </a:spcAft>
        <a:buClr>
          <a:srgbClr val="000000"/>
        </a:buClr>
        <a:buFont typeface="Arial"/>
        <a:defRPr lang="ko-KR" altLang="en-US" sz="742" b="0" i="0" u="none" strike="noStrike" cap="none">
          <a:solidFill>
            <a:srgbClr val="000000"/>
          </a:solidFill>
          <a:latin typeface="Pretendard Medium"/>
          <a:ea typeface="Pretendard Medium"/>
          <a:cs typeface="Pretendard Medium"/>
          <a:sym typeface="Pretendard Medium"/>
        </a:defRPr>
      </a:lvl4pPr>
      <a:lvl5pPr marR="0" lvl="4" algn="l" rtl="0">
        <a:lnSpc>
          <a:spcPct val="100000"/>
        </a:lnSpc>
        <a:spcBef>
          <a:spcPts val="91"/>
        </a:spcBef>
        <a:spcAft>
          <a:spcPts val="91"/>
        </a:spcAft>
        <a:buClr>
          <a:srgbClr val="000000"/>
        </a:buClr>
        <a:buFont typeface="Arial"/>
        <a:defRPr lang="ko-KR" altLang="en-US" sz="742" b="0" i="0" u="none" strike="noStrike" cap="none">
          <a:solidFill>
            <a:srgbClr val="000000"/>
          </a:solidFill>
          <a:latin typeface="Pretendard Medium"/>
          <a:ea typeface="Pretendard Medium"/>
          <a:cs typeface="Pretendard Medium"/>
          <a:sym typeface="Pretendard Medium"/>
        </a:defRPr>
      </a:lvl5pPr>
      <a:lvl6pPr marR="0" lvl="5" algn="l" rtl="0">
        <a:lnSpc>
          <a:spcPct val="100000"/>
        </a:lnSpc>
        <a:spcBef>
          <a:spcPts val="91"/>
        </a:spcBef>
        <a:spcAft>
          <a:spcPts val="91"/>
        </a:spcAft>
        <a:buClr>
          <a:srgbClr val="000000"/>
        </a:buClr>
        <a:buFont typeface="Arial"/>
        <a:defRPr lang="ko-KR" altLang="en-US" sz="742" b="0" i="0" u="none" strike="noStrike" cap="none">
          <a:solidFill>
            <a:srgbClr val="000000"/>
          </a:solidFill>
          <a:latin typeface="Pretendard Medium"/>
          <a:ea typeface="Pretendard Medium"/>
          <a:cs typeface="Pretendard Medium"/>
          <a:sym typeface="Pretendard Medium"/>
        </a:defRPr>
      </a:lvl6pPr>
      <a:lvl7pPr marR="0" lvl="6" algn="l" rtl="0">
        <a:lnSpc>
          <a:spcPct val="100000"/>
        </a:lnSpc>
        <a:spcBef>
          <a:spcPts val="91"/>
        </a:spcBef>
        <a:spcAft>
          <a:spcPts val="91"/>
        </a:spcAft>
        <a:buClr>
          <a:srgbClr val="000000"/>
        </a:buClr>
        <a:buFont typeface="Arial"/>
        <a:defRPr lang="ko-KR" altLang="en-US" sz="742" b="0" i="0" u="none" strike="noStrike" cap="none">
          <a:solidFill>
            <a:srgbClr val="000000"/>
          </a:solidFill>
          <a:latin typeface="Pretendard Medium"/>
          <a:ea typeface="Pretendard Medium"/>
          <a:cs typeface="Pretendard Medium"/>
          <a:sym typeface="Pretendard Medium"/>
        </a:defRPr>
      </a:lvl7pPr>
      <a:lvl8pPr marR="0" lvl="7" algn="l" rtl="0">
        <a:lnSpc>
          <a:spcPct val="100000"/>
        </a:lnSpc>
        <a:spcBef>
          <a:spcPts val="91"/>
        </a:spcBef>
        <a:spcAft>
          <a:spcPts val="91"/>
        </a:spcAft>
        <a:buClr>
          <a:srgbClr val="000000"/>
        </a:buClr>
        <a:buFont typeface="Arial"/>
        <a:defRPr lang="ko-KR" altLang="en-US" sz="742" b="0" i="0" u="none" strike="noStrike" cap="none">
          <a:solidFill>
            <a:srgbClr val="000000"/>
          </a:solidFill>
          <a:latin typeface="Pretendard Medium"/>
          <a:ea typeface="Pretendard Medium"/>
          <a:cs typeface="Pretendard Medium"/>
          <a:sym typeface="Pretendard Medium"/>
        </a:defRPr>
      </a:lvl8pPr>
      <a:lvl9pPr marR="0" lvl="8" algn="l" rtl="0">
        <a:lnSpc>
          <a:spcPct val="100000"/>
        </a:lnSpc>
        <a:spcBef>
          <a:spcPts val="91"/>
        </a:spcBef>
        <a:spcAft>
          <a:spcPts val="91"/>
        </a:spcAft>
        <a:buClr>
          <a:srgbClr val="000000"/>
        </a:buClr>
        <a:buFont typeface="Arial"/>
        <a:defRPr lang="ko-KR" altLang="en-US" sz="742" b="0" i="0" u="none" strike="noStrike" cap="none">
          <a:solidFill>
            <a:srgbClr val="000000"/>
          </a:solidFill>
          <a:latin typeface="Pretendard Medium"/>
          <a:ea typeface="Pretendard Medium"/>
          <a:cs typeface="Pretendard Medium"/>
          <a:sym typeface="Pretendard Medium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78">
          <p15:clr>
            <a:srgbClr val="F26B43"/>
          </p15:clr>
        </p15:guide>
        <p15:guide id="3" pos="6062">
          <p15:clr>
            <a:srgbClr val="F26B43"/>
          </p15:clr>
        </p15:guide>
        <p15:guide id="4" pos="3120">
          <p15:clr>
            <a:srgbClr val="F26B43"/>
          </p15:clr>
        </p15:guide>
        <p15:guide id="5" orient="horz" pos="405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rive.google.com/drive/u/0/folders/1xL_eoanDm8HskDvOP5ATm6ZZF-_TKdRp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ws.amazon.com/architecture/icon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A47A1E1-67A0-BA90-0ADF-655F723F9F9C}"/>
              </a:ext>
            </a:extLst>
          </p:cNvPr>
          <p:cNvSpPr txBox="1"/>
          <p:nvPr/>
        </p:nvSpPr>
        <p:spPr>
          <a:xfrm>
            <a:off x="319375" y="80600"/>
            <a:ext cx="438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sz="2400" b="1" i="0" dirty="0"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</a:rPr>
              <a:t>아키텍처 캔버스</a:t>
            </a:r>
            <a:endParaRPr kumimoji="1" lang="ko-KR" altLang="en-US" sz="2400" b="1" i="0" dirty="0">
              <a:solidFill>
                <a:schemeClr val="tx1">
                  <a:lumMod val="75000"/>
                  <a:lumOff val="25000"/>
                </a:schemeClr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EA8D6968-6604-4BC4-F7FB-342E2ED4FC94}"/>
              </a:ext>
            </a:extLst>
          </p:cNvPr>
          <p:cNvSpPr/>
          <p:nvPr/>
        </p:nvSpPr>
        <p:spPr>
          <a:xfrm>
            <a:off x="5969000" y="150848"/>
            <a:ext cx="3657600" cy="61061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0">
            <a:sp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</a:rPr>
              <a:t>설치 없이 EXE 하나로 실행 (Windows 10/11)</a:t>
            </a:r>
            <a:endParaRPr kumimoji="1" lang="en-US" altLang="ko-KR" sz="1200" b="0" i="0" dirty="0">
              <a:solidFill>
                <a:schemeClr val="tx1">
                  <a:lumMod val="75000"/>
                  <a:lumOff val="25000"/>
                </a:schemeClr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</a:rPr>
              <a:t>AWS 다이어그램 그리기 · 규칙·AI 검수 · PPT 붙여넣기</a:t>
            </a:r>
          </a:p>
        </p:txBody>
      </p:sp>
      <p:sp>
        <p:nvSpPr>
          <p:cNvPr id="4" name="TextBox 3">
            <a:hlinkClick r:id="" action="ppaction://noaction"/>
            <a:extLst>
              <a:ext uri="{FF2B5EF4-FFF2-40B4-BE49-F238E27FC236}">
                <a16:creationId xmlns:a16="http://schemas.microsoft.com/office/drawing/2014/main" id="{CBE05B1E-FB24-E0C1-F857-6C8739CE9F77}"/>
              </a:ext>
            </a:extLst>
          </p:cNvPr>
          <p:cNvSpPr txBox="1"/>
          <p:nvPr/>
        </p:nvSpPr>
        <p:spPr>
          <a:xfrm>
            <a:off x="319375" y="6246581"/>
            <a:ext cx="5334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950" dirty="0">
                <a:latin typeface="프리젠테이션 5 Medium" pitchFamily="2" charset="-127"/>
                <a:ea typeface="프리젠테이션 5 Medium" pitchFamily="2" charset="-127"/>
                <a:hlinkClick r:id="rId2"/>
              </a:rPr>
              <a:t>https://drive.google.com/drive/u/0/folders/1xL_eoanDm8HskDvOP5ATm6ZZF-_TKdRp</a:t>
            </a:r>
          </a:p>
        </p:txBody>
      </p:sp>
      <p:pic>
        <p:nvPicPr>
          <p:cNvPr id="73" name="Arch Canvas 화면" descr="sh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" y="787400"/>
            <a:ext cx="4381500" cy="2738120"/>
          </a:xfrm>
          <a:prstGeom prst="rect">
            <a:avLst/>
          </a:prstGeom>
          <a:ln w="9525">
            <a:solidFill>
              <a:srgbClr val="595959"/>
            </a:solidFill>
          </a:ln>
        </p:spPr>
      </p:pic>
      <p:sp>
        <p:nvSpPr>
          <p:cNvPr id="74" name="Download Info"/>
          <p:cNvSpPr txBox="1"/>
          <p:nvPr/>
        </p:nvSpPr>
        <p:spPr>
          <a:xfrm>
            <a:off x="317500" y="3708400"/>
            <a:ext cx="438150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1C1C1C"/>
                </a:solidFill>
                <a:latin typeface="Pretendard SemiBold"/>
                <a:ea typeface="Pretendard SemiBold"/>
              </a:rPr>
              <a:t>어디서 받나요</a:t>
            </a:r>
          </a:p>
          <a:p>
            <a:pPr>
              <a:lnSpc>
                <a:spcPct val="120000"/>
              </a:lnSpc>
            </a:pPr>
            <a:r>
              <a:rPr sz="950" b="0">
                <a:solidFill>
                  <a:srgbClr val="595959"/>
                </a:solidFill>
                <a:latin typeface="Pretendard Medium"/>
                <a:ea typeface="Pretendard Medium"/>
              </a:rPr>
              <a:t>유닛 공유드라이브 → </a:t>
            </a:r>
            <a:r>
              <a:rPr sz="950" b="0">
                <a:solidFill>
                  <a:srgbClr val="4154FF"/>
                </a:solidFill>
                <a:latin typeface="Pretendard SemiBold"/>
                <a:ea typeface="Pretendard SemiBold"/>
                <a:hlinkClick r:id="rId2"/>
              </a:rPr>
              <a:t>Arch Canvas 폴더 열기</a:t>
            </a:r>
          </a:p>
          <a:p>
            <a:pPr>
              <a:lnSpc>
                <a:spcPct val="120000"/>
              </a:lnSpc>
            </a:pPr>
            <a:r>
              <a:rPr sz="950" b="0">
                <a:solidFill>
                  <a:srgbClr val="595959"/>
                </a:solidFill>
                <a:latin typeface="Pretendard Medium"/>
                <a:ea typeface="Pretendard Medium"/>
              </a:rPr>
              <a:t>Arch Canvas.exe 하나만 받으면 돼요 (data 폴더는 실행하면 자동 생성)</a:t>
            </a:r>
          </a:p>
          <a:p>
            <a:pPr>
              <a:lnSpc>
                <a:spcPct val="120000"/>
              </a:lnSpc>
            </a:pPr>
            <a:r>
              <a:rPr sz="950" b="0">
                <a:solidFill>
                  <a:srgbClr val="595959"/>
                </a:solidFill>
                <a:latin typeface="Pretendard Medium"/>
                <a:ea typeface="Pretendard Medium"/>
              </a:rPr>
              <a:t>아이콘은 </a:t>
            </a:r>
            <a:r>
              <a:rPr sz="950" b="0">
                <a:solidFill>
                  <a:srgbClr val="4154FF"/>
                </a:solidFill>
                <a:latin typeface="Pretendard SemiBold"/>
                <a:ea typeface="Pretendard SemiBold"/>
                <a:hlinkClick r:id="rId4"/>
              </a:rPr>
              <a:t>aws.amazon.com/architecture/icons</a:t>
            </a:r>
            <a:r>
              <a:rPr sz="950" b="0">
                <a:solidFill>
                  <a:srgbClr val="595959"/>
                </a:solidFill>
                <a:latin typeface="Pretendard Medium"/>
                <a:ea typeface="Pretendard Medium"/>
              </a:rPr>
              <a:t> 공식 패키지 · 백신이 막으면 허용</a:t>
            </a:r>
          </a:p>
          <a:p>
            <a:pPr>
              <a:lnSpc>
                <a:spcPct val="120000"/>
              </a:lnSpc>
            </a:pPr>
            <a:r>
              <a:rPr sz="950" b="0">
                <a:solidFill>
                  <a:srgbClr val="8C8C8C"/>
                </a:solidFill>
                <a:latin typeface="Pretendard Medium"/>
                <a:ea typeface="Pretendard Medium"/>
              </a:rPr>
              <a:t>팀 내부용 비공식 도구예요</a:t>
            </a:r>
          </a:p>
        </p:txBody>
      </p:sp>
      <p:sp>
        <p:nvSpPr>
          <p:cNvPr id="75" name="Steps Title"/>
          <p:cNvSpPr txBox="1"/>
          <p:nvPr/>
        </p:nvSpPr>
        <p:spPr>
          <a:xfrm>
            <a:off x="5156200" y="1016000"/>
            <a:ext cx="4445000" cy="20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1C1C1C"/>
                </a:solidFill>
                <a:latin typeface="Pretendard SemiBold"/>
                <a:ea typeface="Pretendard SemiBold"/>
              </a:rPr>
              <a:t>사용 방법 — 그리고, 검수받고, 붙여넣기</a:t>
            </a:r>
          </a:p>
        </p:txBody>
      </p:sp>
      <p:sp>
        <p:nvSpPr>
          <p:cNvPr id="76" name="Step Chip"/>
          <p:cNvSpPr/>
          <p:nvPr/>
        </p:nvSpPr>
        <p:spPr>
          <a:xfrm>
            <a:off x="5207000" y="1358900"/>
            <a:ext cx="228600" cy="228600"/>
          </a:xfrm>
          <a:prstGeom prst="ellipse">
            <a:avLst/>
          </a:prstGeom>
          <a:solidFill>
            <a:srgbClr val="4154FF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950" b="0">
                <a:solidFill>
                  <a:srgbClr val="FFFFFF"/>
                </a:solidFill>
                <a:latin typeface="Pretendard SemiBold"/>
              </a:rPr>
              <a:t>1</a:t>
            </a:r>
          </a:p>
        </p:txBody>
      </p:sp>
      <p:sp>
        <p:nvSpPr>
          <p:cNvPr id="77" name="Step 1"/>
          <p:cNvSpPr txBox="1"/>
          <p:nvPr/>
        </p:nvSpPr>
        <p:spPr>
          <a:xfrm>
            <a:off x="5537200" y="1346200"/>
            <a:ext cx="40640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1C1C1C"/>
                </a:solidFill>
                <a:latin typeface="Pretendard SemiBold"/>
                <a:ea typeface="Pretendard SemiBold"/>
              </a:rPr>
              <a:t>실행</a:t>
            </a:r>
          </a:p>
          <a:p>
            <a:pPr>
              <a:lnSpc>
                <a:spcPct val="120000"/>
              </a:lnSpc>
            </a:pPr>
            <a:r>
              <a:rPr sz="950" b="0">
                <a:solidFill>
                  <a:srgbClr val="595959"/>
                </a:solidFill>
                <a:latin typeface="Pretendard Medium"/>
                <a:ea typeface="Pretendard Medium"/>
              </a:rPr>
              <a:t>Arch Canvas.exe 더블클릭 — 처음 켜면 30초 둘러보기가 나와요</a:t>
            </a:r>
          </a:p>
        </p:txBody>
      </p:sp>
      <p:sp>
        <p:nvSpPr>
          <p:cNvPr id="78" name="Step Chip"/>
          <p:cNvSpPr/>
          <p:nvPr/>
        </p:nvSpPr>
        <p:spPr>
          <a:xfrm>
            <a:off x="5207000" y="2019300"/>
            <a:ext cx="228600" cy="228600"/>
          </a:xfrm>
          <a:prstGeom prst="ellipse">
            <a:avLst/>
          </a:prstGeom>
          <a:solidFill>
            <a:srgbClr val="4154FF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950" b="0">
                <a:solidFill>
                  <a:srgbClr val="FFFFFF"/>
                </a:solidFill>
                <a:latin typeface="Pretendard SemiBold"/>
              </a:rPr>
              <a:t>2</a:t>
            </a:r>
          </a:p>
        </p:txBody>
      </p:sp>
      <p:sp>
        <p:nvSpPr>
          <p:cNvPr id="79" name="Step 2"/>
          <p:cNvSpPr txBox="1"/>
          <p:nvPr/>
        </p:nvSpPr>
        <p:spPr>
          <a:xfrm>
            <a:off x="5537200" y="2006600"/>
            <a:ext cx="40640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1C1C1C"/>
                </a:solidFill>
                <a:latin typeface="Pretendard SemiBold"/>
                <a:ea typeface="Pretendard SemiBold"/>
              </a:rPr>
              <a:t>그리기</a:t>
            </a:r>
          </a:p>
          <a:p>
            <a:pPr>
              <a:lnSpc>
                <a:spcPct val="120000"/>
              </a:lnSpc>
            </a:pPr>
            <a:r>
              <a:rPr sz="950" b="0">
                <a:solidFill>
                  <a:srgbClr val="595959"/>
                </a:solidFill>
                <a:latin typeface="Pretendard Medium"/>
                <a:ea typeface="Pretendard Medium"/>
              </a:rPr>
              <a:t>[템플릿]에서 뼈대를 고르거나 왼쪽 팔레트에서 끌어다 놓기 · 점을 끌어 연결 · 처음이면 [가이드로 시작]</a:t>
            </a:r>
          </a:p>
        </p:txBody>
      </p:sp>
      <p:sp>
        <p:nvSpPr>
          <p:cNvPr id="80" name="Step Chip"/>
          <p:cNvSpPr/>
          <p:nvPr/>
        </p:nvSpPr>
        <p:spPr>
          <a:xfrm>
            <a:off x="5207000" y="2679700"/>
            <a:ext cx="228600" cy="228600"/>
          </a:xfrm>
          <a:prstGeom prst="ellipse">
            <a:avLst/>
          </a:prstGeom>
          <a:solidFill>
            <a:srgbClr val="4154FF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950" b="0">
                <a:solidFill>
                  <a:srgbClr val="FFFFFF"/>
                </a:solidFill>
                <a:latin typeface="Pretendard SemiBold"/>
              </a:rPr>
              <a:t>3</a:t>
            </a:r>
          </a:p>
        </p:txBody>
      </p:sp>
      <p:sp>
        <p:nvSpPr>
          <p:cNvPr id="81" name="Step 3"/>
          <p:cNvSpPr txBox="1"/>
          <p:nvPr/>
        </p:nvSpPr>
        <p:spPr>
          <a:xfrm>
            <a:off x="5537200" y="2667000"/>
            <a:ext cx="40640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1C1C1C"/>
                </a:solidFill>
                <a:latin typeface="Pretendard SemiBold"/>
                <a:ea typeface="Pretendard SemiBold"/>
              </a:rPr>
              <a:t>AI 검수 · 그리기</a:t>
            </a:r>
          </a:p>
          <a:p>
            <a:pPr>
              <a:lnSpc>
                <a:spcPct val="120000"/>
              </a:lnSpc>
            </a:pPr>
            <a:r>
              <a:rPr sz="950" b="0">
                <a:solidFill>
                  <a:srgbClr val="595959"/>
                </a:solidFill>
                <a:latin typeface="Pretendard Medium"/>
                <a:ea typeface="Pretendard Medium"/>
              </a:rPr>
              <a:t>상단 [AI 연결]에서 Claude CLI 또는 API 키 연결 → [AI 검수] · AI 패널에 "VPC 안에 AZ 2개, ALB 뒤 EC2 2대"처럼 적으면 그려 줘요</a:t>
            </a:r>
          </a:p>
        </p:txBody>
      </p:sp>
      <p:sp>
        <p:nvSpPr>
          <p:cNvPr id="82" name="Step Chip"/>
          <p:cNvSpPr/>
          <p:nvPr/>
        </p:nvSpPr>
        <p:spPr>
          <a:xfrm>
            <a:off x="5207000" y="3340100"/>
            <a:ext cx="228600" cy="228600"/>
          </a:xfrm>
          <a:prstGeom prst="ellipse">
            <a:avLst/>
          </a:prstGeom>
          <a:solidFill>
            <a:srgbClr val="4154FF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950" b="0">
                <a:solidFill>
                  <a:srgbClr val="FFFFFF"/>
                </a:solidFill>
                <a:latin typeface="Pretendard SemiBold"/>
              </a:rPr>
              <a:t>4</a:t>
            </a:r>
          </a:p>
        </p:txBody>
      </p:sp>
      <p:sp>
        <p:nvSpPr>
          <p:cNvPr id="83" name="Step 4"/>
          <p:cNvSpPr txBox="1"/>
          <p:nvPr/>
        </p:nvSpPr>
        <p:spPr>
          <a:xfrm>
            <a:off x="5537200" y="3327400"/>
            <a:ext cx="40640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1C1C1C"/>
                </a:solidFill>
                <a:latin typeface="Pretendard SemiBold"/>
                <a:ea typeface="Pretendard SemiBold"/>
              </a:rPr>
              <a:t>붙여넣기</a:t>
            </a:r>
          </a:p>
          <a:p>
            <a:pPr>
              <a:lnSpc>
                <a:spcPct val="120000"/>
              </a:lnSpc>
            </a:pPr>
            <a:r>
              <a:rPr sz="950" b="0">
                <a:solidFill>
                  <a:srgbClr val="595959"/>
                </a:solidFill>
                <a:latin typeface="Pretendard Medium"/>
                <a:ea typeface="Pretendard Medium"/>
              </a:rPr>
              <a:t>[PNG 복사] 또는 Ctrl + C → PowerPoint에서 Ctrl + V · Ctrl + Shift + C는 편집 가능한 도형으로</a:t>
            </a:r>
          </a:p>
        </p:txBody>
      </p:sp>
      <p:sp>
        <p:nvSpPr>
          <p:cNvPr id="84" name="Step Chip"/>
          <p:cNvSpPr/>
          <p:nvPr/>
        </p:nvSpPr>
        <p:spPr>
          <a:xfrm>
            <a:off x="5207000" y="4000500"/>
            <a:ext cx="228600" cy="228600"/>
          </a:xfrm>
          <a:prstGeom prst="ellipse">
            <a:avLst/>
          </a:prstGeom>
          <a:solidFill>
            <a:srgbClr val="4154FF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950" b="0">
                <a:solidFill>
                  <a:srgbClr val="FFFFFF"/>
                </a:solidFill>
                <a:latin typeface="Pretendard SemiBold"/>
              </a:rPr>
              <a:t>5</a:t>
            </a:r>
          </a:p>
        </p:txBody>
      </p:sp>
      <p:sp>
        <p:nvSpPr>
          <p:cNvPr id="85" name="Step 5"/>
          <p:cNvSpPr txBox="1"/>
          <p:nvPr/>
        </p:nvSpPr>
        <p:spPr>
          <a:xfrm>
            <a:off x="5537200" y="3987800"/>
            <a:ext cx="40640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1C1C1C"/>
                </a:solidFill>
                <a:latin typeface="Pretendard SemiBold"/>
                <a:ea typeface="Pretendard SemiBold"/>
              </a:rPr>
              <a:t>더 알아두기</a:t>
            </a:r>
          </a:p>
          <a:p>
            <a:pPr>
              <a:lnSpc>
                <a:spcPct val="120000"/>
              </a:lnSpc>
            </a:pPr>
            <a:r>
              <a:rPr sz="950" b="0">
                <a:solidFill>
                  <a:srgbClr val="595959"/>
                </a:solidFill>
                <a:latin typeface="Pretendard Medium"/>
                <a:ea typeface="Pretendard Medium"/>
              </a:rPr>
              <a:t>요소 Ctrl + C / V 복사 · 여러 개 선택 후 정렬 · Ctrl + F 찾기 · 탭으로 여러 장 · 막히면 상단 [?]</a:t>
            </a:r>
          </a:p>
        </p:txBody>
      </p:sp>
      <p:sp>
        <p:nvSpPr>
          <p:cNvPr id="86" name="Tip"/>
          <p:cNvSpPr txBox="1"/>
          <p:nvPr/>
        </p:nvSpPr>
        <p:spPr>
          <a:xfrm>
            <a:off x="5156200" y="4724400"/>
            <a:ext cx="44450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950" b="0">
                <a:solidFill>
                  <a:srgbClr val="4154FF"/>
                </a:solidFill>
                <a:latin typeface="Pretendard SemiBold"/>
                <a:ea typeface="Pretendard SemiBold"/>
              </a:rPr>
              <a:t>TIP</a:t>
            </a:r>
            <a:r>
              <a:rPr sz="950" b="0">
                <a:solidFill>
                  <a:srgbClr val="595959"/>
                </a:solidFill>
                <a:latin typeface="Pretendard Medium"/>
                <a:ea typeface="Pretendard Medium"/>
              </a:rPr>
              <a:t>  ☆ 제안서에 붙이기 전에 보기 설정(⚙)에서 경고·참고 표시를 끄세요 · 배율·제목·범례는 [▾ 내보내기 설정]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[1792218802198]">
  <a:themeElements>
    <a:clrScheme name="NOL AICC">
      <a:dk1>
        <a:srgbClr val="000000"/>
      </a:dk1>
      <a:lt1>
        <a:srgbClr val="FFFFFF"/>
      </a:lt1>
      <a:dk2>
        <a:srgbClr val="1C1C1C"/>
      </a:dk2>
      <a:lt2>
        <a:srgbClr val="F2F2F2"/>
      </a:lt2>
      <a:accent1>
        <a:srgbClr val="4154FF"/>
      </a:accent1>
      <a:accent2>
        <a:srgbClr val="1F2B9E"/>
      </a:accent2>
      <a:accent3>
        <a:srgbClr val="3C3C3C"/>
      </a:accent3>
      <a:accent4>
        <a:srgbClr val="8C8C8C"/>
      </a:accent4>
      <a:accent5>
        <a:srgbClr val="FF6B5B"/>
      </a:accent5>
      <a:accent6>
        <a:srgbClr val="FFB547"/>
      </a:accent6>
      <a:hlink>
        <a:srgbClr val="1F2B9E"/>
      </a:hlink>
      <a:folHlink>
        <a:srgbClr val="595959"/>
      </a:folHlink>
    </a:clrScheme>
    <a:fontScheme name="Office">
      <a:majorFont>
        <a:latin typeface="Pretendard Medium"/>
        <a:ea typeface="Pretendard Medium"/>
        <a:cs typeface="Pretendard Medium"/>
        <a:font script="Jpan" typeface="Pretendard Medium"/>
        <a:font script="Hang" typeface="Pretendard Medium"/>
        <a:font script="Hans" typeface="Pretendard Medium"/>
        <a:font script="Hant" typeface="Pretendard Medium"/>
        <a:font script="Arab" typeface="Pretendard Medium"/>
        <a:font script="Hebr" typeface="Pretendard Medium"/>
        <a:font script="Thai" typeface="Pretendard Medium"/>
        <a:font script="Ethi" typeface="Pretendard Medium"/>
        <a:font script="Beng" typeface="Pretendard Medium"/>
        <a:font script="Gujr" typeface="Pretendard Medium"/>
        <a:font script="Khmr" typeface="Pretendard Medium"/>
        <a:font script="Knda" typeface="Pretendard Medium"/>
        <a:font script="Guru" typeface="Pretendard Medium"/>
        <a:font script="Cans" typeface="Pretendard Medium"/>
        <a:font script="Cher" typeface="Pretendard Medium"/>
        <a:font script="Yiii" typeface="Pretendard Medium"/>
        <a:font script="Tibt" typeface="Pretendard Medium"/>
        <a:font script="Thaa" typeface="Pretendard Medium"/>
        <a:font script="Deva" typeface="Pretendard Medium"/>
        <a:font script="Telu" typeface="Pretendard Medium"/>
        <a:font script="Taml" typeface="Pretendard Medium"/>
        <a:font script="Syrc" typeface="Pretendard Medium"/>
        <a:font script="Orya" typeface="Pretendard Medium"/>
        <a:font script="Mlym" typeface="Pretendard Medium"/>
        <a:font script="Laoo" typeface="Pretendard Medium"/>
        <a:font script="Sinh" typeface="Pretendard Medium"/>
        <a:font script="Mong" typeface="Pretendard Medium"/>
        <a:font script="Viet" typeface="Pretendard Medium"/>
        <a:font script="Uigh" typeface="Pretendard Medium"/>
        <a:font script="Geor" typeface="Pretendard Medium"/>
      </a:majorFont>
      <a:minorFont>
        <a:latin typeface="Pretendard Medium"/>
        <a:ea typeface="Pretendard Medium"/>
        <a:cs typeface="Pretendard Medium"/>
        <a:font script="Jpan" typeface="Pretendard Medium"/>
        <a:font script="Hang" typeface="Pretendard Medium"/>
        <a:font script="Hans" typeface="Pretendard Medium"/>
        <a:font script="Hant" typeface="Pretendard Medium"/>
        <a:font script="Arab" typeface="Pretendard Medium"/>
        <a:font script="Hebr" typeface="Pretendard Medium"/>
        <a:font script="Thai" typeface="Pretendard Medium"/>
        <a:font script="Ethi" typeface="Pretendard Medium"/>
        <a:font script="Beng" typeface="Pretendard Medium"/>
        <a:font script="Gujr" typeface="Pretendard Medium"/>
        <a:font script="Khmr" typeface="Pretendard Medium"/>
        <a:font script="Knda" typeface="Pretendard Medium"/>
        <a:font script="Guru" typeface="Pretendard Medium"/>
        <a:font script="Cans" typeface="Pretendard Medium"/>
        <a:font script="Cher" typeface="Pretendard Medium"/>
        <a:font script="Yiii" typeface="Pretendard Medium"/>
        <a:font script="Tibt" typeface="Pretendard Medium"/>
        <a:font script="Thaa" typeface="Pretendard Medium"/>
        <a:font script="Deva" typeface="Pretendard Medium"/>
        <a:font script="Telu" typeface="Pretendard Medium"/>
        <a:font script="Taml" typeface="Pretendard Medium"/>
        <a:font script="Syrc" typeface="Pretendard Medium"/>
        <a:font script="Orya" typeface="Pretendard Medium"/>
        <a:font script="Mlym" typeface="Pretendard Medium"/>
        <a:font script="Laoo" typeface="Pretendard Medium"/>
        <a:font script="Sinh" typeface="Pretendard Medium"/>
        <a:font script="Mong" typeface="Pretendard Medium"/>
        <a:font script="Viet" typeface="Pretendard Medium"/>
        <a:font script="Uigh" typeface="Pretendard Medium"/>
        <a:font script="Geor" typeface="Pretendard Medium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NOL AICC">
      <a:dk1>
        <a:srgbClr val="000000"/>
      </a:dk1>
      <a:lt1>
        <a:srgbClr val="FFFFFF"/>
      </a:lt1>
      <a:dk2>
        <a:srgbClr val="1C1C1C"/>
      </a:dk2>
      <a:lt2>
        <a:srgbClr val="F2F2F2"/>
      </a:lt2>
      <a:accent1>
        <a:srgbClr val="4154FF"/>
      </a:accent1>
      <a:accent2>
        <a:srgbClr val="1F2B9E"/>
      </a:accent2>
      <a:accent3>
        <a:srgbClr val="3C3C3C"/>
      </a:accent3>
      <a:accent4>
        <a:srgbClr val="8C8C8C"/>
      </a:accent4>
      <a:accent5>
        <a:srgbClr val="FF6B5B"/>
      </a:accent5>
      <a:accent6>
        <a:srgbClr val="FFB547"/>
      </a:accent6>
      <a:hlink>
        <a:srgbClr val="1F2B9E"/>
      </a:hlink>
      <a:folHlink>
        <a:srgbClr val="595959"/>
      </a:folHlink>
    </a:clrScheme>
    <a:fontScheme name="Office">
      <a:majorFont>
        <a:latin typeface="Pretendard Medium"/>
        <a:ea typeface="Pretendard Medium"/>
        <a:cs typeface="Pretendard Medium"/>
        <a:font script="Jpan" typeface="Pretendard Medium"/>
        <a:font script="Hang" typeface="Pretendard Medium"/>
        <a:font script="Hans" typeface="Pretendard Medium"/>
        <a:font script="Hant" typeface="Pretendard Medium"/>
        <a:font script="Arab" typeface="Pretendard Medium"/>
        <a:font script="Hebr" typeface="Pretendard Medium"/>
        <a:font script="Thai" typeface="Pretendard Medium"/>
        <a:font script="Ethi" typeface="Pretendard Medium"/>
        <a:font script="Beng" typeface="Pretendard Medium"/>
        <a:font script="Gujr" typeface="Pretendard Medium"/>
        <a:font script="Khmr" typeface="Pretendard Medium"/>
        <a:font script="Knda" typeface="Pretendard Medium"/>
        <a:font script="Guru" typeface="Pretendard Medium"/>
        <a:font script="Cans" typeface="Pretendard Medium"/>
        <a:font script="Cher" typeface="Pretendard Medium"/>
        <a:font script="Yiii" typeface="Pretendard Medium"/>
        <a:font script="Tibt" typeface="Pretendard Medium"/>
        <a:font script="Thaa" typeface="Pretendard Medium"/>
        <a:font script="Deva" typeface="Pretendard Medium"/>
        <a:font script="Telu" typeface="Pretendard Medium"/>
        <a:font script="Taml" typeface="Pretendard Medium"/>
        <a:font script="Syrc" typeface="Pretendard Medium"/>
        <a:font script="Orya" typeface="Pretendard Medium"/>
        <a:font script="Mlym" typeface="Pretendard Medium"/>
        <a:font script="Laoo" typeface="Pretendard Medium"/>
        <a:font script="Sinh" typeface="Pretendard Medium"/>
        <a:font script="Mong" typeface="Pretendard Medium"/>
        <a:font script="Viet" typeface="Pretendard Medium"/>
        <a:font script="Uigh" typeface="Pretendard Medium"/>
        <a:font script="Geor" typeface="Pretendard Medium"/>
      </a:majorFont>
      <a:minorFont>
        <a:latin typeface="Pretendard Medium"/>
        <a:ea typeface="Pretendard Medium"/>
        <a:cs typeface="Pretendard Medium"/>
        <a:font script="Jpan" typeface="Pretendard Medium"/>
        <a:font script="Hang" typeface="Pretendard Medium"/>
        <a:font script="Hans" typeface="Pretendard Medium"/>
        <a:font script="Hant" typeface="Pretendard Medium"/>
        <a:font script="Arab" typeface="Pretendard Medium"/>
        <a:font script="Hebr" typeface="Pretendard Medium"/>
        <a:font script="Thai" typeface="Pretendard Medium"/>
        <a:font script="Ethi" typeface="Pretendard Medium"/>
        <a:font script="Beng" typeface="Pretendard Medium"/>
        <a:font script="Gujr" typeface="Pretendard Medium"/>
        <a:font script="Khmr" typeface="Pretendard Medium"/>
        <a:font script="Knda" typeface="Pretendard Medium"/>
        <a:font script="Guru" typeface="Pretendard Medium"/>
        <a:font script="Cans" typeface="Pretendard Medium"/>
        <a:font script="Cher" typeface="Pretendard Medium"/>
        <a:font script="Yiii" typeface="Pretendard Medium"/>
        <a:font script="Tibt" typeface="Pretendard Medium"/>
        <a:font script="Thaa" typeface="Pretendard Medium"/>
        <a:font script="Deva" typeface="Pretendard Medium"/>
        <a:font script="Telu" typeface="Pretendard Medium"/>
        <a:font script="Taml" typeface="Pretendard Medium"/>
        <a:font script="Syrc" typeface="Pretendard Medium"/>
        <a:font script="Orya" typeface="Pretendard Medium"/>
        <a:font script="Mlym" typeface="Pretendard Medium"/>
        <a:font script="Laoo" typeface="Pretendard Medium"/>
        <a:font script="Sinh" typeface="Pretendard Medium"/>
        <a:font script="Mong" typeface="Pretendard Medium"/>
        <a:font script="Viet" typeface="Pretendard Medium"/>
        <a:font script="Uigh" typeface="Pretendard Medium"/>
        <a:font script="Geor" typeface="Pretendard Medium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  <wetp:taskpane dockstate="right" visibility="0" width="438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7BF4C930-FD51-46A5-9118-7CA2F3394BD1}">
  <we:reference id="wa200010001" version="1.0.0.1" store="ko-KR" storeType="OMEX"/>
  <we:alternateReferences>
    <we:reference id="wa200010001" version="1.0.0.1" store="" storeType="OMEX"/>
  </we:alternateReferences>
  <we:properties>
    <we:property name="claude.fileId" value="&quot;c430a270-9ff4-4759-bc5f-6aba206a65ba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920AC8C2-ECE2-467B-883B-71389C1B0FB9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d8ab9ce3-4a0c-4c19-b89b-a9f3121e09a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4711</TotalTime>
  <Words>254</Words>
  <Application>Microsoft Office PowerPoint</Application>
  <PresentationFormat>A4 용지(210x297mm)</PresentationFormat>
  <Paragraphs>26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Pretendard Medium</vt:lpstr>
      <vt:lpstr>Pretendard SemiBold</vt:lpstr>
      <vt:lpstr>프리젠테이션 5 Medium</vt:lpstr>
      <vt:lpstr>Arial</vt:lpstr>
      <vt:lpstr>Office Theme [1792218802198]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PptxGenJS</dc:creator>
  <cp:lastModifiedBy>(AI Comm Sol Biz 팀) 장유석</cp:lastModifiedBy>
  <cp:revision>380</cp:revision>
  <dcterms:created xsi:type="dcterms:W3CDTF">2026-07-23T00:48:22Z</dcterms:created>
  <dcterms:modified xsi:type="dcterms:W3CDTF">2026-10-22T06:21:51Z</dcterms:modified>
</cp:coreProperties>
</file>